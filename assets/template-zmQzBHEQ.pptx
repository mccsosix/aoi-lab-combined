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handoutMasterIdLst>
    <p:handoutMasterId r:id="rId17"/>
  </p:handoutMasterIdLst>
  <p:sldIdLst>
    <p:sldId id="447" r:id="rId4"/>
    <p:sldId id="451" r:id="rId6"/>
    <p:sldId id="477" r:id="rId7"/>
    <p:sldId id="487" r:id="rId9"/>
    <p:sldId id="600" r:id="rId12"/>
    <p:sldId id="483" r:id="rId16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66FF"/>
    <a:srgbClr val="FF3399"/>
    <a:srgbClr val="9900FF"/>
    <a:srgbClr val="00FF00"/>
    <a:srgbClr val="FF0000"/>
    <a:srgbClr val="FFCC00"/>
    <a:srgbClr val="666699"/>
    <a:srgbClr val="E47F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5026" autoAdjust="0"/>
  </p:normalViewPr>
  <p:slideViewPr>
    <p:cSldViewPr showGuides="1">
      <p:cViewPr varScale="1">
        <p:scale>
          <a:sx n="109" d="100"/>
          <a:sy n="109" d="100"/>
        </p:scale>
        <p:origin x="1728" y="78"/>
      </p:cViewPr>
      <p:guideLst>
        <p:guide orient="horz" pos="2160"/>
        <p:guide pos="29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2.xml"/><Relationship Id="rId12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buFontTx/>
              <a:buNone/>
              <a:defRPr kumimoji="1" sz="1200">
                <a:latin typeface="Arial" panose="020B0604020202020204" pitchFamily="34" charset="0"/>
                <a:ea typeface="PMingLiU" panose="02020500000000000000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buFontTx/>
              <a:buNone/>
              <a:defRPr kumimoji="1" sz="1200">
                <a:latin typeface="Arial" panose="020B0604020202020204" pitchFamily="34" charset="0"/>
                <a:ea typeface="PMingLiU" panose="02020500000000000000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buFontTx/>
              <a:buNone/>
              <a:defRPr kumimoji="1" sz="1200">
                <a:latin typeface="Arial" panose="020B0604020202020204" pitchFamily="34" charset="0"/>
                <a:ea typeface="PMingLiU" panose="02020500000000000000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ea typeface="PMingLiU" panose="02020500000000000000" pitchFamily="18" charset="-120"/>
              </a:defRPr>
            </a:lvl1pPr>
          </a:lstStyle>
          <a:p>
            <a:pPr>
              <a:defRPr/>
            </a:pPr>
            <a:fld id="{8EEF38CE-6C4F-4F3A-B3FA-7FD35AE8C5A4}" type="slidenum">
              <a:rPr lang="zh-TW" altLang="en-US"/>
            </a:fld>
            <a:endParaRPr lang="en-US" altLang="zh-TW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kumimoji="1" sz="1200">
                <a:latin typeface="Arial" panose="020B0604020202020204" pitchFamily="34" charset="0"/>
                <a:ea typeface="PMingLiU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kumimoji="1" sz="1200">
                <a:latin typeface="Arial" panose="020B0604020202020204" pitchFamily="34" charset="0"/>
                <a:ea typeface="PMingLiU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noProof="0"/>
              <a:t>按一下以編輯母片</a:t>
            </a:r>
            <a:endParaRPr lang="zh-TW" altLang="en-US" noProof="0"/>
          </a:p>
          <a:p>
            <a:pPr lvl="1"/>
            <a:r>
              <a:rPr lang="zh-TW" altLang="en-US" noProof="0"/>
              <a:t>第二層</a:t>
            </a:r>
            <a:endParaRPr lang="zh-TW" altLang="en-US" noProof="0"/>
          </a:p>
          <a:p>
            <a:pPr lvl="2"/>
            <a:r>
              <a:rPr lang="zh-TW" altLang="en-US" noProof="0"/>
              <a:t>第三層</a:t>
            </a:r>
            <a:endParaRPr lang="zh-TW" altLang="en-US" noProof="0"/>
          </a:p>
          <a:p>
            <a:pPr lvl="3"/>
            <a:r>
              <a:rPr lang="zh-TW" altLang="en-US" noProof="0"/>
              <a:t>第四層</a:t>
            </a:r>
            <a:endParaRPr lang="zh-TW" altLang="en-US" noProof="0"/>
          </a:p>
          <a:p>
            <a:pPr lvl="4"/>
            <a:r>
              <a:rPr lang="zh-TW" altLang="en-US" noProof="0"/>
              <a:t>第五層</a:t>
            </a:r>
            <a:endParaRPr lang="zh-TW" alt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kumimoji="1" sz="1200">
                <a:latin typeface="Arial" panose="020B0604020202020204" pitchFamily="34" charset="0"/>
                <a:ea typeface="PMingLiU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ea typeface="PMingLiU" panose="02020500000000000000" pitchFamily="18" charset="-120"/>
              </a:defRPr>
            </a:lvl1pPr>
          </a:lstStyle>
          <a:p>
            <a:pPr>
              <a:defRPr/>
            </a:pPr>
            <a:fld id="{2C70C7BB-9C0D-4FF3-9D55-33C8281822C7}" type="slidenum">
              <a:rPr lang="en-US" altLang="zh-TW"/>
            </a:fld>
            <a:endParaRPr lang="en-US" altLang="zh-TW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9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6588125" y="6381750"/>
            <a:ext cx="2565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539750" y="6276975"/>
            <a:ext cx="1371600" cy="58102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buClr>
                <a:srgbClr val="FF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kumimoji="0" lang="en-GB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AUTO</a:t>
            </a:r>
            <a:endParaRPr kumimoji="0" lang="en-GB" sz="3200" b="1" dirty="0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2484438" y="6550025"/>
            <a:ext cx="4038600" cy="309563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>
            <a:spAutoFit/>
          </a:bodyPr>
          <a:lstStyle>
            <a:lvl1pPr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ts val="8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zh-TW" altLang="en-US" sz="1400" b="1" i="1" dirty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                                      </a:t>
            </a:r>
            <a:r>
              <a:rPr lang="en-GB" altLang="zh-TW" sz="1400" b="1" i="1" dirty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Page:</a:t>
            </a:r>
            <a:fld id="{03D7A0AC-DA15-418F-8786-94247F208084}" type="slidenum">
              <a:rPr lang="en-GB" altLang="zh-TW" sz="1400" b="1" i="1" smtClean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</a:fld>
            <a:endParaRPr lang="en-GB" altLang="zh-TW" sz="1400" b="1" i="1" dirty="0">
              <a:solidFill>
                <a:srgbClr val="00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107950" y="6308725"/>
            <a:ext cx="8915400" cy="1588"/>
          </a:xfrm>
          <a:prstGeom prst="line">
            <a:avLst/>
          </a:prstGeom>
          <a:noFill/>
          <a:ln w="28440">
            <a:solidFill>
              <a:srgbClr val="3366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0071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B04BD8-0A3C-49BE-9FB9-8D99BFDBC9A0}" type="slidenum">
              <a:rPr lang="en-US" altLang="zh-TW"/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9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6588125" y="6381750"/>
            <a:ext cx="2565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539750" y="6276975"/>
            <a:ext cx="1371600" cy="58102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buClr>
                <a:srgbClr val="FF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kumimoji="0" lang="en-GB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AUTO</a:t>
            </a:r>
            <a:endParaRPr kumimoji="0" lang="en-GB" sz="3200" b="1" dirty="0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2484438" y="6550025"/>
            <a:ext cx="4038600" cy="309563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>
            <a:spAutoFit/>
          </a:bodyPr>
          <a:lstStyle>
            <a:lvl1pPr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ts val="8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zh-TW" altLang="en-US" sz="1400" b="1" i="1" dirty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                                      </a:t>
            </a:r>
            <a:r>
              <a:rPr lang="en-GB" altLang="zh-TW" sz="1400" b="1" i="1" dirty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Page:</a:t>
            </a:r>
            <a:fld id="{62EFA79F-2C45-47C5-86E1-033930BBA035}" type="slidenum">
              <a:rPr lang="en-GB" altLang="zh-TW" sz="1400" b="1" i="1" smtClean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</a:fld>
            <a:endParaRPr lang="en-GB" altLang="zh-TW" sz="1400" b="1" i="1" dirty="0">
              <a:solidFill>
                <a:srgbClr val="00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107950" y="6308725"/>
            <a:ext cx="8915400" cy="1588"/>
          </a:xfrm>
          <a:prstGeom prst="line">
            <a:avLst/>
          </a:prstGeom>
          <a:noFill/>
          <a:ln w="28440">
            <a:solidFill>
              <a:srgbClr val="3366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noProof="1"/>
              <a:t>按一下以編輯母片標題樣式</a:t>
            </a:r>
            <a:endParaRPr lang="zh-TW" altLang="en-US" noProof="1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noProof="1"/>
              <a:t>按一下以編輯母片副標題樣式</a:t>
            </a:r>
            <a:endParaRPr lang="zh-TW" altLang="en-US" noProof="1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1658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DE8F2-0019-4E1F-8E96-60A9B5902120}" type="slidenum">
              <a:rPr lang="en-US" altLang="zh-TW"/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noProof="1"/>
              <a:t>按一下以編輯母片標題樣式</a:t>
            </a:r>
            <a:endParaRPr lang="zh-TW" altLang="en-US" noProof="1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noProof="1"/>
              <a:t>按一下以編輯母片文字樣式</a:t>
            </a:r>
            <a:endParaRPr lang="zh-TW" altLang="en-US" noProof="1"/>
          </a:p>
          <a:p>
            <a:pPr lvl="1"/>
            <a:r>
              <a:rPr lang="zh-TW" altLang="en-US" noProof="1"/>
              <a:t>第二層</a:t>
            </a:r>
            <a:endParaRPr lang="zh-TW" altLang="en-US" noProof="1"/>
          </a:p>
          <a:p>
            <a:pPr lvl="2"/>
            <a:r>
              <a:rPr lang="zh-TW" altLang="en-US" noProof="1"/>
              <a:t>第三層</a:t>
            </a:r>
            <a:endParaRPr lang="zh-TW" altLang="en-US" noProof="1"/>
          </a:p>
          <a:p>
            <a:pPr lvl="3"/>
            <a:r>
              <a:rPr lang="zh-TW" altLang="en-US" noProof="1"/>
              <a:t>第四層</a:t>
            </a:r>
            <a:endParaRPr lang="zh-TW" altLang="en-US" noProof="1"/>
          </a:p>
          <a:p>
            <a:pPr lvl="4"/>
            <a:r>
              <a:rPr lang="zh-TW" altLang="en-US" noProof="1"/>
              <a:t>第五層</a:t>
            </a:r>
            <a:endParaRPr lang="zh-TW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88A8A-EA63-44A8-B711-F3D96A4BFAD6}" type="slidenum">
              <a:rPr lang="en-US" altLang="zh-TW"/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FC014-328C-48BC-A78C-53DC2DF889AB}" type="slidenum">
              <a:rPr lang="en-US" altLang="zh-TW"/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9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6588125" y="6381750"/>
            <a:ext cx="2565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539750" y="6276975"/>
            <a:ext cx="1371600" cy="58102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buClr>
                <a:srgbClr val="FF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kumimoji="0" lang="en-GB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AUTO</a:t>
            </a:r>
            <a:endParaRPr kumimoji="0" lang="en-GB" sz="3200" b="1" dirty="0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2484438" y="6550025"/>
            <a:ext cx="4038600" cy="309563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>
            <a:spAutoFit/>
          </a:bodyPr>
          <a:lstStyle>
            <a:lvl1pPr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ts val="8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zh-TW" altLang="en-US" sz="1400" b="1" i="1" dirty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                                      </a:t>
            </a:r>
            <a:r>
              <a:rPr lang="en-GB" altLang="zh-TW" sz="1400" b="1" i="1" dirty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Page:</a:t>
            </a:r>
            <a:fld id="{03D7A0AC-DA15-418F-8786-94247F208084}" type="slidenum">
              <a:rPr lang="en-GB" altLang="zh-TW" sz="1400" b="1" i="1" smtClean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</a:fld>
            <a:endParaRPr lang="en-GB" altLang="zh-TW" sz="1400" b="1" i="1" dirty="0">
              <a:solidFill>
                <a:srgbClr val="00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107950" y="6308725"/>
            <a:ext cx="8915400" cy="1588"/>
          </a:xfrm>
          <a:prstGeom prst="line">
            <a:avLst/>
          </a:prstGeom>
          <a:noFill/>
          <a:ln w="28440">
            <a:solidFill>
              <a:srgbClr val="3366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0071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B04BD8-0A3C-49BE-9FB9-8D99BFDBC9A0}" type="slidenum">
              <a:rPr lang="en-US" altLang="zh-TW"/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9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6588125" y="6381750"/>
            <a:ext cx="2565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539750" y="6276975"/>
            <a:ext cx="1371600" cy="58102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buClr>
                <a:srgbClr val="FF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kumimoji="0" lang="en-GB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AUTO</a:t>
            </a:r>
            <a:endParaRPr kumimoji="0" lang="en-GB" sz="3200" b="1" dirty="0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2484438" y="6550025"/>
            <a:ext cx="4038600" cy="309563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>
            <a:spAutoFit/>
          </a:bodyPr>
          <a:lstStyle>
            <a:lvl1pPr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ts val="8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zh-TW" altLang="en-US" sz="1400" b="1" i="1" dirty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                                      </a:t>
            </a:r>
            <a:r>
              <a:rPr lang="en-GB" altLang="zh-TW" sz="1400" b="1" i="1" dirty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Page:</a:t>
            </a:r>
            <a:fld id="{62EFA79F-2C45-47C5-86E1-033930BBA035}" type="slidenum">
              <a:rPr lang="en-GB" altLang="zh-TW" sz="1400" b="1" i="1" smtClean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</a:fld>
            <a:endParaRPr lang="en-GB" altLang="zh-TW" sz="1400" b="1" i="1" dirty="0">
              <a:solidFill>
                <a:srgbClr val="00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107950" y="6308725"/>
            <a:ext cx="8915400" cy="1588"/>
          </a:xfrm>
          <a:prstGeom prst="line">
            <a:avLst/>
          </a:prstGeom>
          <a:noFill/>
          <a:ln w="28440">
            <a:solidFill>
              <a:srgbClr val="3366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noProof="1"/>
              <a:t>按一下以編輯母片標題樣式</a:t>
            </a:r>
            <a:endParaRPr lang="zh-TW" altLang="en-US" noProof="1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noProof="1"/>
              <a:t>按一下以編輯母片副標題樣式</a:t>
            </a:r>
            <a:endParaRPr lang="zh-TW" altLang="en-US" noProof="1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1658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DE8F2-0019-4E1F-8E96-60A9B5902120}" type="slidenum">
              <a:rPr lang="en-US" altLang="zh-TW"/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noProof="1"/>
              <a:t>按一下以編輯母片標題樣式</a:t>
            </a:r>
            <a:endParaRPr lang="zh-TW" altLang="en-US" noProof="1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noProof="1"/>
              <a:t>按一下以編輯母片文字樣式</a:t>
            </a:r>
            <a:endParaRPr lang="zh-TW" altLang="en-US" noProof="1"/>
          </a:p>
          <a:p>
            <a:pPr lvl="1"/>
            <a:r>
              <a:rPr lang="zh-TW" altLang="en-US" noProof="1"/>
              <a:t>第二層</a:t>
            </a:r>
            <a:endParaRPr lang="zh-TW" altLang="en-US" noProof="1"/>
          </a:p>
          <a:p>
            <a:pPr lvl="2"/>
            <a:r>
              <a:rPr lang="zh-TW" altLang="en-US" noProof="1"/>
              <a:t>第三層</a:t>
            </a:r>
            <a:endParaRPr lang="zh-TW" altLang="en-US" noProof="1"/>
          </a:p>
          <a:p>
            <a:pPr lvl="3"/>
            <a:r>
              <a:rPr lang="zh-TW" altLang="en-US" noProof="1"/>
              <a:t>第四層</a:t>
            </a:r>
            <a:endParaRPr lang="zh-TW" altLang="en-US" noProof="1"/>
          </a:p>
          <a:p>
            <a:pPr lvl="4"/>
            <a:r>
              <a:rPr lang="zh-TW" altLang="en-US" noProof="1"/>
              <a:t>第五層</a:t>
            </a:r>
            <a:endParaRPr lang="zh-TW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88A8A-EA63-44A8-B711-F3D96A4BFAD6}" type="slidenum">
              <a:rPr lang="en-US" altLang="zh-TW"/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FC014-328C-48BC-A78C-53DC2DF889AB}" type="slidenum">
              <a:rPr lang="en-US" altLang="zh-TW"/>
            </a:fld>
            <a:endParaRPr lang="en-US" altLang="zh-TW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1.wmf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image" Target="../media/image1.wmf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kumimoji="1" sz="1400">
                <a:latin typeface="Arial" panose="020B0604020202020204" pitchFamily="34" charset="0"/>
                <a:ea typeface="PMingLiU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Tx/>
              <a:buNone/>
              <a:defRPr kumimoji="1" sz="1400">
                <a:latin typeface="Arial" panose="020B0604020202020204" pitchFamily="34" charset="0"/>
                <a:ea typeface="PMingLiU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400">
                <a:ea typeface="PMingLiU" panose="02020500000000000000" pitchFamily="18" charset="-120"/>
              </a:defRPr>
            </a:lvl1pPr>
          </a:lstStyle>
          <a:p>
            <a:pPr>
              <a:defRPr/>
            </a:pPr>
            <a:fld id="{CA7FE5CD-1785-4C28-B4D6-1B156CFBA7AD}" type="slidenum">
              <a:rPr lang="en-US" altLang="zh-TW"/>
            </a:fld>
            <a:endParaRPr lang="en-US" altLang="zh-TW" dirty="0"/>
          </a:p>
        </p:txBody>
      </p:sp>
      <p:pic>
        <p:nvPicPr>
          <p:cNvPr id="2" name="Object 9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6588125" y="6381750"/>
            <a:ext cx="2565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539750" y="6276975"/>
            <a:ext cx="1371600" cy="58102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buClr>
                <a:srgbClr val="FF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kumimoji="0" lang="en-GB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AUTO</a:t>
            </a:r>
            <a:endParaRPr kumimoji="0" lang="en-GB" sz="3200" b="1" dirty="0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1031" name="Text Box 11"/>
          <p:cNvSpPr txBox="1">
            <a:spLocks noChangeArrowheads="1"/>
          </p:cNvSpPr>
          <p:nvPr/>
        </p:nvSpPr>
        <p:spPr bwMode="auto">
          <a:xfrm>
            <a:off x="2484438" y="6550025"/>
            <a:ext cx="4038600" cy="309563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>
            <a:spAutoFit/>
          </a:bodyPr>
          <a:lstStyle>
            <a:lvl1pPr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ts val="8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zh-TW" altLang="en-US" sz="1400" b="1" i="1" dirty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                                      </a:t>
            </a:r>
            <a:r>
              <a:rPr lang="en-GB" altLang="zh-TW" sz="1400" b="1" i="1" dirty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Page:</a:t>
            </a:r>
            <a:fld id="{135C3AC4-74B4-4929-B527-4D9C6C519A6A}" type="slidenum">
              <a:rPr lang="en-GB" altLang="zh-TW" sz="1400" b="1" i="1" smtClean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</a:fld>
            <a:endParaRPr lang="en-GB" altLang="zh-TW" sz="1400" b="1" i="1" dirty="0">
              <a:solidFill>
                <a:srgbClr val="00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1032" name="Line 12"/>
          <p:cNvSpPr>
            <a:spLocks noChangeShapeType="1"/>
          </p:cNvSpPr>
          <p:nvPr userDrawn="1"/>
        </p:nvSpPr>
        <p:spPr bwMode="auto">
          <a:xfrm>
            <a:off x="107950" y="6308725"/>
            <a:ext cx="8915400" cy="1588"/>
          </a:xfrm>
          <a:prstGeom prst="line">
            <a:avLst/>
          </a:prstGeom>
          <a:noFill/>
          <a:ln w="28440">
            <a:solidFill>
              <a:srgbClr val="3366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PMingLiU" panose="02020500000000000000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PMingLiU" panose="02020500000000000000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PMingLiU" panose="02020500000000000000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PMingLiU" panose="02020500000000000000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anose="02020500000000000000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anose="02020500000000000000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anose="02020500000000000000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anose="02020500000000000000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kumimoji="1" sz="1400">
                <a:latin typeface="Arial" panose="020B0604020202020204" pitchFamily="34" charset="0"/>
                <a:ea typeface="PMingLiU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Tx/>
              <a:buNone/>
              <a:defRPr kumimoji="1" sz="1400">
                <a:latin typeface="Arial" panose="020B0604020202020204" pitchFamily="34" charset="0"/>
                <a:ea typeface="PMingLiU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400">
                <a:ea typeface="PMingLiU" panose="02020500000000000000" pitchFamily="18" charset="-120"/>
              </a:defRPr>
            </a:lvl1pPr>
          </a:lstStyle>
          <a:p>
            <a:pPr>
              <a:defRPr/>
            </a:pPr>
            <a:fld id="{CA7FE5CD-1785-4C28-B4D6-1B156CFBA7AD}" type="slidenum">
              <a:rPr lang="en-US" altLang="zh-TW"/>
            </a:fld>
            <a:endParaRPr lang="en-US" altLang="zh-TW" dirty="0"/>
          </a:p>
        </p:txBody>
      </p:sp>
      <p:pic>
        <p:nvPicPr>
          <p:cNvPr id="2" name="Object 9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6588125" y="6381750"/>
            <a:ext cx="2565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539750" y="6276975"/>
            <a:ext cx="1371600" cy="58102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defTabSz="44894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defTabSz="448945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buClr>
                <a:srgbClr val="FF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kumimoji="0" lang="en-GB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AUTO</a:t>
            </a:r>
            <a:endParaRPr kumimoji="0" lang="en-GB" sz="3200" b="1" dirty="0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1031" name="Text Box 11"/>
          <p:cNvSpPr txBox="1">
            <a:spLocks noChangeArrowheads="1"/>
          </p:cNvSpPr>
          <p:nvPr/>
        </p:nvSpPr>
        <p:spPr bwMode="auto">
          <a:xfrm>
            <a:off x="2484438" y="6550025"/>
            <a:ext cx="4038600" cy="309563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>
            <a:spAutoFit/>
          </a:bodyPr>
          <a:lstStyle>
            <a:lvl1pPr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 defTabSz="447675"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44767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6200" algn="l"/>
                <a:tab pos="1793875" algn="l"/>
                <a:tab pos="2244725" algn="l"/>
                <a:tab pos="2692400" algn="l"/>
                <a:tab pos="3143250" algn="l"/>
                <a:tab pos="3590925" algn="l"/>
                <a:tab pos="4041775" algn="l"/>
                <a:tab pos="4489450" algn="l"/>
                <a:tab pos="4940300" algn="l"/>
                <a:tab pos="5387975" algn="l"/>
                <a:tab pos="5838825" algn="l"/>
                <a:tab pos="6286500" algn="l"/>
                <a:tab pos="6737350" algn="l"/>
                <a:tab pos="7185025" algn="l"/>
                <a:tab pos="7635875" algn="l"/>
                <a:tab pos="8083550" algn="l"/>
                <a:tab pos="8534400" algn="l"/>
                <a:tab pos="89820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ts val="8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zh-TW" altLang="en-US" sz="1400" b="1" i="1" dirty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                                      </a:t>
            </a:r>
            <a:r>
              <a:rPr lang="en-GB" altLang="zh-TW" sz="1400" b="1" i="1" dirty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Page:</a:t>
            </a:r>
            <a:fld id="{135C3AC4-74B4-4929-B527-4D9C6C519A6A}" type="slidenum">
              <a:rPr lang="en-GB" altLang="zh-TW" sz="1400" b="1" i="1" smtClean="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</a:fld>
            <a:endParaRPr lang="en-GB" altLang="zh-TW" sz="1400" b="1" i="1" dirty="0">
              <a:solidFill>
                <a:srgbClr val="00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1032" name="Line 12"/>
          <p:cNvSpPr>
            <a:spLocks noChangeShapeType="1"/>
          </p:cNvSpPr>
          <p:nvPr userDrawn="1"/>
        </p:nvSpPr>
        <p:spPr bwMode="auto">
          <a:xfrm>
            <a:off x="107950" y="6308725"/>
            <a:ext cx="8915400" cy="1588"/>
          </a:xfrm>
          <a:prstGeom prst="line">
            <a:avLst/>
          </a:prstGeom>
          <a:noFill/>
          <a:ln w="28440">
            <a:solidFill>
              <a:srgbClr val="3366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PMingLiU" panose="02020500000000000000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PMingLiU" panose="02020500000000000000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PMingLiU" panose="02020500000000000000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PMingLiU" panose="02020500000000000000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anose="02020500000000000000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anose="02020500000000000000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anose="02020500000000000000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anose="02020500000000000000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2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1187450" y="2492375"/>
            <a:ext cx="6842760" cy="1384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標楷體" panose="03000509000000000000" pitchFamily="65" charset="-120"/>
              <a:buNone/>
            </a:pPr>
            <a:r>
              <a:rPr lang="zh-TW" altLang="en-US" sz="42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 xml:space="preserve">{{cover.title}}</a:t>
            </a:r>
            <a:endParaRPr lang="en-US" altLang="zh-TW" sz="4200" b="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AutoShape 1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-4763" y="0"/>
            <a:ext cx="1697038" cy="533400"/>
          </a:xfrm>
          <a:prstGeom prst="actionButtonBlank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90000" tIns="46800" rIns="90000" bIns="46800" anchor="ctr"/>
          <a:lstStyle>
            <a:lvl1pPr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>
              <a:lnSpc>
                <a:spcPct val="101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zh-TW" sz="2400" b="1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2400" b="1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檢測需求</a:t>
            </a:r>
            <a:endParaRPr lang="zh-TW" altLang="en-US" sz="2400" b="1" dirty="0">
              <a:solidFill>
                <a:srgbClr val="FFFF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195" name="文字方塊 48"/>
          <p:cNvSpPr txBox="1">
            <a:spLocks noChangeArrowheads="1"/>
          </p:cNvSpPr>
          <p:nvPr/>
        </p:nvSpPr>
        <p:spPr bwMode="auto">
          <a:xfrm>
            <a:off x="250825" y="573088"/>
            <a:ext cx="4567238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 xml:space="preserve">{{req.lines}}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12" name="群組 11"/>
          <p:cNvGrpSpPr/>
          <p:nvPr/>
        </p:nvGrpSpPr>
        <p:grpSpPr>
          <a:xfrm>
            <a:off x="5436096" y="3228134"/>
            <a:ext cx="3075122" cy="2760223"/>
            <a:chOff x="5436096" y="3228134"/>
            <a:chExt cx="3075122" cy="2760223"/>
          </a:xfrm>
        </p:grpSpPr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文字方塊 14"/>
          <p:cNvSpPr txBox="1">
            <a:spLocks noChangeArrowheads="1"/>
          </p:cNvSpPr>
          <p:nvPr/>
        </p:nvSpPr>
        <p:spPr bwMode="auto">
          <a:xfrm>
            <a:off x="481372" y="2276832"/>
            <a:ext cx="4583759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 xml:space="preserve">{{st.spec}}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244" name="文字方塊 48"/>
          <p:cNvSpPr txBox="1">
            <a:spLocks noChangeArrowheads="1"/>
          </p:cNvSpPr>
          <p:nvPr/>
        </p:nvSpPr>
        <p:spPr bwMode="auto">
          <a:xfrm>
            <a:off x="250825" y="573088"/>
            <a:ext cx="6697663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 xml:space="preserve">{{st.require}}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10247" name="群組 23"/>
          <p:cNvGrpSpPr/>
          <p:nvPr/>
        </p:nvGrpSpPr>
        <p:grpSpPr bwMode="auto">
          <a:xfrm rot="5400000">
            <a:off x="6931081" y="2236911"/>
            <a:ext cx="1997075" cy="819150"/>
            <a:chOff x="3419872" y="5013177"/>
            <a:chExt cx="4561309" cy="1042987"/>
          </a:xfrm>
        </p:grpSpPr>
        <p:pic>
          <p:nvPicPr>
            <p:cNvPr id="10265" name="图片 37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 rot="-5400000">
              <a:off x="6007125" y="4082108"/>
              <a:ext cx="1042987" cy="2905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66" name="图片 36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rot="-5400000">
              <a:off x="3793728" y="4711327"/>
              <a:ext cx="947737" cy="1695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2" name="直接连接符 43"/>
          <p:cNvCxnSpPr/>
          <p:nvPr/>
        </p:nvCxnSpPr>
        <p:spPr bwMode="auto">
          <a:xfrm>
            <a:off x="6075387" y="3573016"/>
            <a:ext cx="1484884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43"/>
          <p:cNvCxnSpPr/>
          <p:nvPr/>
        </p:nvCxnSpPr>
        <p:spPr bwMode="auto">
          <a:xfrm>
            <a:off x="6075387" y="5661248"/>
            <a:ext cx="971154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43"/>
          <p:cNvCxnSpPr/>
          <p:nvPr/>
        </p:nvCxnSpPr>
        <p:spPr bwMode="auto">
          <a:xfrm flipV="1">
            <a:off x="6948488" y="5373216"/>
            <a:ext cx="0" cy="288032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4" name="文本框 43"/>
          <p:cNvSpPr txBox="1">
            <a:spLocks noChangeArrowheads="1"/>
          </p:cNvSpPr>
          <p:nvPr/>
        </p:nvSpPr>
        <p:spPr bwMode="auto">
          <a:xfrm>
            <a:off x="5643810" y="4601779"/>
            <a:ext cx="561975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TW" sz="1400" dirty="0">
                <a:solidFill>
                  <a:srgbClr val="00B0F0"/>
                </a:solidFill>
              </a:rPr>
              <a:t xml:space="preserve">{{st.mark228}}</a:t>
            </a:r>
            <a:endParaRPr lang="en-US" altLang="zh-CN" sz="1400" dirty="0">
              <a:solidFill>
                <a:srgbClr val="00B0F0"/>
              </a:solidFill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7498229" y="5229200"/>
            <a:ext cx="962201" cy="13106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/>
          </a:p>
        </p:txBody>
      </p:sp>
      <p:pic>
        <p:nvPicPr>
          <p:cNvPr id="6" name="图片 17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7062507" y="5664968"/>
            <a:ext cx="1833644" cy="35632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7" name="直接连接符 43"/>
          <p:cNvCxnSpPr/>
          <p:nvPr/>
        </p:nvCxnSpPr>
        <p:spPr bwMode="auto">
          <a:xfrm>
            <a:off x="6817829" y="5373216"/>
            <a:ext cx="604830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43"/>
          <p:cNvCxnSpPr/>
          <p:nvPr/>
        </p:nvCxnSpPr>
        <p:spPr bwMode="auto">
          <a:xfrm flipV="1">
            <a:off x="6195872" y="3573016"/>
            <a:ext cx="8364" cy="2099202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43"/>
          <p:cNvSpPr txBox="1">
            <a:spLocks noChangeArrowheads="1"/>
          </p:cNvSpPr>
          <p:nvPr/>
        </p:nvSpPr>
        <p:spPr bwMode="auto">
          <a:xfrm>
            <a:off x="6208409" y="5229066"/>
            <a:ext cx="736269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TW" sz="1400" dirty="0">
                <a:solidFill>
                  <a:srgbClr val="00B0F0"/>
                </a:solidFill>
              </a:rPr>
              <a:t xml:space="preserve">{{st.mark30_100}}</a:t>
            </a:r>
            <a:endParaRPr lang="en-US" altLang="zh-CN" sz="1400" dirty="0">
              <a:solidFill>
                <a:srgbClr val="00B0F0"/>
              </a:solidFill>
            </a:endParaRPr>
          </a:p>
        </p:txBody>
      </p:sp>
      <p:sp>
        <p:nvSpPr>
          <p:cNvPr id="10241" name="AutoShape 107"/>
          <p:cNvSpPr>
            <a:spLocks noChangeArrowheads="1"/>
          </p:cNvSpPr>
          <p:nvPr/>
        </p:nvSpPr>
        <p:spPr bwMode="auto">
          <a:xfrm>
            <a:off x="0" y="0"/>
            <a:ext cx="2555776" cy="573088"/>
          </a:xfrm>
          <a:prstGeom prst="actionButtonBlank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>
              <a:buSzPct val="100000"/>
              <a:buFont typeface="Arial" panose="020B0604020202020204" pitchFamily="34" charset="0"/>
              <a:buNone/>
            </a:pPr>
            <a:r>
              <a:rPr lang="en-GB" altLang="zh-TW" sz="2400" b="1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 xml:space="preserve">{{st.header}}</a:t>
            </a:r>
            <a:endParaRPr lang="zh-TW" altLang="en-GB" sz="2400" b="1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7353275" y="5386168"/>
            <a:ext cx="1288397" cy="131064"/>
          </a:xfrm>
          <a:prstGeom prst="rect">
            <a:avLst/>
          </a:prstGeom>
          <a:solidFill>
            <a:srgbClr val="00FF00"/>
          </a:solidFill>
          <a:ln w="9525" cap="flat" cmpd="sng" algn="ctr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pic>
        <p:nvPicPr>
          <p:cNvPr id="5" name="圖片 2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 rot="10800000">
            <a:off x="7308304" y="4410588"/>
            <a:ext cx="1379622" cy="195968"/>
          </a:xfrm>
          <a:prstGeom prst="rect">
            <a:avLst/>
          </a:prstGeom>
        </p:spPr>
      </p:pic>
      <p:cxnSp>
        <p:nvCxnSpPr>
          <p:cNvPr id="8" name="直接连接符 43"/>
          <p:cNvCxnSpPr/>
          <p:nvPr/>
        </p:nvCxnSpPr>
        <p:spPr bwMode="auto">
          <a:xfrm flipV="1">
            <a:off x="7236637" y="4580653"/>
            <a:ext cx="0" cy="57658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43"/>
          <p:cNvCxnSpPr/>
          <p:nvPr/>
        </p:nvCxnSpPr>
        <p:spPr bwMode="auto">
          <a:xfrm>
            <a:off x="7046429" y="5203036"/>
            <a:ext cx="604830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43"/>
          <p:cNvCxnSpPr/>
          <p:nvPr/>
        </p:nvCxnSpPr>
        <p:spPr bwMode="auto">
          <a:xfrm>
            <a:off x="7092149" y="4580736"/>
            <a:ext cx="360045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43"/>
          <p:cNvSpPr txBox="1">
            <a:spLocks noChangeArrowheads="1"/>
          </p:cNvSpPr>
          <p:nvPr/>
        </p:nvSpPr>
        <p:spPr bwMode="auto">
          <a:xfrm>
            <a:off x="6784270" y="4713539"/>
            <a:ext cx="561975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TW" sz="1400" dirty="0">
                <a:solidFill>
                  <a:srgbClr val="00B0F0"/>
                </a:solidFill>
              </a:rPr>
              <a:t xml:space="preserve">{{st.mark80}}</a:t>
            </a:r>
            <a:endParaRPr lang="en-US" altLang="zh-CN" sz="1400" dirty="0">
              <a:solidFill>
                <a:srgbClr val="00B0F0"/>
              </a:solidFill>
            </a:endParaRPr>
          </a:p>
        </p:txBody>
      </p:sp>
      <p:cxnSp>
        <p:nvCxnSpPr>
          <p:cNvPr id="14" name="直接连接符 43"/>
          <p:cNvCxnSpPr/>
          <p:nvPr/>
        </p:nvCxnSpPr>
        <p:spPr bwMode="auto">
          <a:xfrm flipV="1">
            <a:off x="7236637" y="3572908"/>
            <a:ext cx="0" cy="864235"/>
          </a:xfrm>
          <a:prstGeom prst="line">
            <a:avLst/>
          </a:prstGeom>
          <a:ln w="19050">
            <a:solidFill>
              <a:srgbClr val="FF0000"/>
            </a:solidFill>
            <a:prstDash val="solid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43"/>
          <p:cNvSpPr txBox="1">
            <a:spLocks noChangeArrowheads="1"/>
          </p:cNvSpPr>
          <p:nvPr/>
        </p:nvSpPr>
        <p:spPr bwMode="auto">
          <a:xfrm>
            <a:off x="6746170" y="3838509"/>
            <a:ext cx="561975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TW" sz="1400" dirty="0">
                <a:solidFill>
                  <a:srgbClr val="00B0F0"/>
                </a:solidFill>
              </a:rPr>
              <a:t xml:space="preserve">{{st.mark100}}</a:t>
            </a:r>
            <a:endParaRPr lang="en-US" altLang="zh-CN" sz="1400" dirty="0">
              <a:solidFill>
                <a:srgbClr val="00B0F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740650" y="4400550"/>
            <a:ext cx="128778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光源</a:t>
            </a:r>
            <a:r>
              <a:rPr lang="en-US" altLang="zh-CN" sz="900" dirty="0"/>
              <a:t>1</a:t>
            </a:r>
            <a:endParaRPr lang="en-US" altLang="zh-CN" sz="900" dirty="0"/>
          </a:p>
        </p:txBody>
      </p:sp>
      <p:sp>
        <p:nvSpPr>
          <p:cNvPr id="19" name="文本框 18"/>
          <p:cNvSpPr txBox="1"/>
          <p:nvPr/>
        </p:nvSpPr>
        <p:spPr>
          <a:xfrm>
            <a:off x="7740650" y="5700395"/>
            <a:ext cx="128778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光源</a:t>
            </a:r>
            <a:r>
              <a:rPr lang="en-US" altLang="zh-CN" sz="900" dirty="0"/>
              <a:t>2</a:t>
            </a:r>
            <a:endParaRPr lang="en-US" altLang="zh-CN" sz="900" dirty="0"/>
          </a:p>
        </p:txBody>
      </p:sp>
      <p:sp>
        <p:nvSpPr>
          <p:cNvPr id="22" name="文本框 21"/>
          <p:cNvSpPr txBox="1"/>
          <p:nvPr/>
        </p:nvSpPr>
        <p:spPr>
          <a:xfrm>
            <a:off x="7693660" y="5344795"/>
            <a:ext cx="128778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玻璃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文字方塊 48"/>
          <p:cNvSpPr txBox="1">
            <a:spLocks noChangeArrowheads="1"/>
          </p:cNvSpPr>
          <p:nvPr/>
        </p:nvSpPr>
        <p:spPr bwMode="auto">
          <a:xfrm>
            <a:off x="250825" y="573088"/>
            <a:ext cx="6697663" cy="193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 xml:space="preserve">{{img.caption}}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1800" indent="-285750">
              <a:lnSpc>
                <a:spcPct val="15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+mn-ea"/>
              </a:rPr>
              <a:t xml:space="preserve">{{img.desc}}</a:t>
            </a:r>
            <a:endParaRPr kumimoji="1" lang="en-US" altLang="zh-CN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AutoShape 107"/>
          <p:cNvSpPr>
            <a:spLocks noChangeArrowheads="1"/>
          </p:cNvSpPr>
          <p:nvPr/>
        </p:nvSpPr>
        <p:spPr bwMode="auto">
          <a:xfrm>
            <a:off x="0" y="0"/>
            <a:ext cx="2555776" cy="573088"/>
          </a:xfrm>
          <a:prstGeom prst="actionButtonBlank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>
              <a:buSzPct val="100000"/>
              <a:buFont typeface="Arial" panose="020B0604020202020204" pitchFamily="34" charset="0"/>
              <a:buNone/>
            </a:pPr>
            <a:r>
              <a:rPr lang="en-US" altLang="en-GB" sz="2400" b="1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 xml:space="preserve">{{img.header}}</a:t>
            </a:r>
            <a:endParaRPr lang="zh-CN" altLang="en-US" sz="2400" b="1" dirty="0">
              <a:solidFill>
                <a:srgbClr val="FFFF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文字方塊 48"/>
          <p:cNvSpPr txBox="1">
            <a:spLocks noChangeArrowheads="1"/>
          </p:cNvSpPr>
          <p:nvPr/>
        </p:nvSpPr>
        <p:spPr bwMode="auto">
          <a:xfrm>
            <a:off x="250825" y="573405"/>
            <a:ext cx="7338695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 xml:space="preserve">{{img.caption}}</a:t>
            </a:r>
            <a:endParaRPr lang="en-US" altLang="zh-TW" sz="16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1800" indent="-285750">
              <a:lnSpc>
                <a:spcPct val="15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ea typeface="標楷體" panose="03000509000000000000" pitchFamily="65" charset="-120"/>
                <a:sym typeface="+mn-ea"/>
              </a:rPr>
              <a:t xml:space="preserve">{{img.desc}}</a:t>
            </a:r>
            <a:endParaRPr kumimoji="1" lang="zh-CN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AutoShape 107"/>
          <p:cNvSpPr>
            <a:spLocks noChangeArrowheads="1"/>
          </p:cNvSpPr>
          <p:nvPr/>
        </p:nvSpPr>
        <p:spPr bwMode="auto">
          <a:xfrm>
            <a:off x="0" y="0"/>
            <a:ext cx="2555776" cy="573088"/>
          </a:xfrm>
          <a:prstGeom prst="actionButtonBlank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>
              <a:buSzPct val="100000"/>
              <a:buFont typeface="Arial" panose="020B0604020202020204" pitchFamily="34" charset="0"/>
              <a:buNone/>
            </a:pPr>
            <a:r>
              <a:rPr lang="en-US" altLang="en-GB" sz="2400" b="1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 xml:space="preserve">{{img.header}}</a:t>
            </a:r>
            <a:endParaRPr lang="zh-CN" altLang="en-US" sz="2400" b="1" dirty="0">
              <a:solidFill>
                <a:srgbClr val="FFFF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文本框 5"/>
          <p:cNvSpPr txBox="1"/>
          <p:nvPr/>
        </p:nvSpPr>
        <p:spPr>
          <a:xfrm rot="3600000">
            <a:off x="4225290" y="2025650"/>
            <a:ext cx="2971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800" dirty="0">
                <a:cs typeface="Arial" panose="020B0604020202020204" pitchFamily="34" charset="0"/>
              </a:rPr>
              <a:t>↓</a:t>
            </a:r>
            <a:endParaRPr lang="zh-CN" altLang="en-US" sz="180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107"/>
          <p:cNvSpPr>
            <a:spLocks noChangeArrowheads="1"/>
          </p:cNvSpPr>
          <p:nvPr/>
        </p:nvSpPr>
        <p:spPr bwMode="auto">
          <a:xfrm>
            <a:off x="0" y="0"/>
            <a:ext cx="1187624" cy="573088"/>
          </a:xfrm>
          <a:prstGeom prst="actionButtonBlank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>
              <a:buSzPct val="100000"/>
              <a:buFont typeface="Arial" panose="020B0604020202020204" pitchFamily="34" charset="0"/>
              <a:buNone/>
            </a:pPr>
            <a:r>
              <a:rPr lang="en-US" altLang="zh-TW" sz="2400" b="1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en-GB" altLang="zh-TW" sz="2400" b="1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sz="2400" b="1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結論</a:t>
            </a:r>
            <a:endParaRPr lang="zh-TW" altLang="en-GB" sz="2400" b="1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文字方塊 48"/>
          <p:cNvSpPr txBox="1">
            <a:spLocks noChangeArrowheads="1"/>
          </p:cNvSpPr>
          <p:nvPr/>
        </p:nvSpPr>
        <p:spPr bwMode="auto">
          <a:xfrm>
            <a:off x="251520" y="286544"/>
            <a:ext cx="8713663" cy="4523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buClr>
                <a:srgbClr val="0070C0"/>
              </a:buClr>
            </a:pPr>
            <a:endParaRPr lang="en-US" altLang="zh-CN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升級費用</a:t>
            </a:r>
            <a:r>
              <a:rPr lang="en-US" altLang="zh-CN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:</a:t>
            </a:r>
            <a:r>
              <a:rPr lang="en-US" altLang="zh-CN" sz="1600" b="1" u="sng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78280 </a:t>
            </a:r>
            <a:r>
              <a:rPr lang="en-US" altLang="zh-CN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RMB</a:t>
            </a:r>
            <a:endParaRPr lang="en-US" altLang="zh-CN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1800" indent="-285750">
              <a:lnSpc>
                <a:spcPct val="15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CCD1</a:t>
            </a:r>
            <a:r>
              <a:rPr lang="zh-CN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工站需新增環</a:t>
            </a:r>
            <a:r>
              <a:rPr lang="zh-CN" altLang="en-US" sz="16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光，</a:t>
            </a:r>
            <a:r>
              <a:rPr lang="zh-CN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更換彩色相機</a:t>
            </a:r>
            <a:r>
              <a:rPr lang="zh-CN" altLang="en-US" sz="16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，更換白色背光，升級</a:t>
            </a:r>
            <a:r>
              <a:rPr lang="en-US" altLang="zh-CN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AI</a:t>
            </a:r>
            <a:r>
              <a:rPr lang="zh-CN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工控</a:t>
            </a:r>
            <a:r>
              <a:rPr lang="zh-CN" altLang="en-US" sz="16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機</a:t>
            </a:r>
            <a:endParaRPr lang="en-US" altLang="zh-CN" sz="1600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1800" indent="-285750">
              <a:lnSpc>
                <a:spcPct val="15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新增背面檢測工站，替</a:t>
            </a:r>
            <a:r>
              <a:rPr lang="zh-CN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換原有</a:t>
            </a:r>
            <a:r>
              <a:rPr lang="en-US" altLang="zh-CN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CCD2</a:t>
            </a:r>
            <a:r>
              <a:rPr lang="zh-CN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工站檢測產品破損及尺寸</a:t>
            </a:r>
            <a:endParaRPr lang="en-US" altLang="zh-CN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驗證結果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1800" indent="-285750">
              <a:lnSpc>
                <a:spcPct val="15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1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吋產品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: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共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5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種密封圈打光</a:t>
            </a:r>
            <a:r>
              <a:rPr lang="zh-CN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及</a:t>
            </a:r>
            <a:r>
              <a:rPr lang="zh-CN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外觀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驗證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-OK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1800" indent="-285750">
              <a:lnSpc>
                <a:spcPct val="15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2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吋產品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: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sym typeface="+mn-ea"/>
              </a:rPr>
              <a:t>共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sym typeface="+mn-ea"/>
              </a:rPr>
              <a:t>5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sym typeface="+mn-ea"/>
              </a:rPr>
              <a:t>種密封圈打光</a:t>
            </a:r>
            <a:r>
              <a:rPr lang="zh-CN" altLang="en-US" sz="1600" dirty="0">
                <a:latin typeface="Times New Roman" panose="02020603050405020304" pitchFamily="18" charset="0"/>
                <a:ea typeface="標楷體" panose="03000509000000000000" pitchFamily="65" charset="-120"/>
                <a:sym typeface="+mn-ea"/>
              </a:rPr>
              <a:t>及</a:t>
            </a:r>
            <a:r>
              <a:rPr lang="zh-CN" altLang="zh-TW" sz="1600" dirty="0">
                <a:latin typeface="Times New Roman" panose="02020603050405020304" pitchFamily="18" charset="0"/>
                <a:ea typeface="標楷體" panose="03000509000000000000" pitchFamily="65" charset="-120"/>
                <a:sym typeface="+mn-ea"/>
              </a:rPr>
              <a:t>外觀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sym typeface="+mn-ea"/>
              </a:rPr>
              <a:t>驗證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sym typeface="+mn-ea"/>
              </a:rPr>
              <a:t>-OK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1800" indent="-285750">
              <a:lnSpc>
                <a:spcPct val="15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sym typeface="+mn-ea"/>
              </a:rPr>
              <a:t>破損:</a:t>
            </a:r>
            <a:r>
              <a:rPr lang="zh-CN" altLang="en-US" sz="1600" dirty="0">
                <a:latin typeface="Times New Roman" panose="02020603050405020304" pitchFamily="18" charset="0"/>
                <a:ea typeface="標楷體" panose="03000509000000000000" pitchFamily="65" charset="-120"/>
                <a:sym typeface="+mn-ea"/>
              </a:rPr>
              <a:t>明顯特徵可識別，端面密封圈有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+mn-ea"/>
              </a:rPr>
              <a:t>大弧度區域存在相機死角</a:t>
            </a:r>
            <a:endParaRPr lang="zh-TW" altLang="en-US" sz="16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sym typeface="+mn-ea"/>
            </a:endParaRPr>
          </a:p>
          <a:p>
            <a:pPr marL="431800" indent="-285750">
              <a:lnSpc>
                <a:spcPct val="15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sym typeface="+mn-ea"/>
              </a:rPr>
              <a:t>毛邊:</a:t>
            </a:r>
            <a:r>
              <a:rPr lang="zh-CN" altLang="en-US" sz="1600" dirty="0">
                <a:latin typeface="Times New Roman" panose="02020603050405020304" pitchFamily="18" charset="0"/>
                <a:ea typeface="標楷體" panose="03000509000000000000" pitchFamily="65" charset="-120"/>
                <a:sym typeface="+mn-ea"/>
              </a:rPr>
              <a:t>特徵輕微且接近毛刺，</a:t>
            </a:r>
            <a:r>
              <a:rPr lang="en-US" altLang="zh-CN" sz="1600" dirty="0">
                <a:latin typeface="Times New Roman" panose="02020603050405020304" pitchFamily="18" charset="0"/>
                <a:ea typeface="標楷體" panose="03000509000000000000" pitchFamily="65" charset="-120"/>
                <a:sym typeface="+mn-ea"/>
              </a:rPr>
              <a:t>AI</a:t>
            </a:r>
            <a:r>
              <a:rPr lang="zh-CN" altLang="en-US" sz="1600" dirty="0">
                <a:latin typeface="Times New Roman" panose="02020603050405020304" pitchFamily="18" charset="0"/>
                <a:ea typeface="標楷體" panose="03000509000000000000" pitchFamily="65" charset="-120"/>
                <a:sym typeface="+mn-ea"/>
              </a:rPr>
              <a:t>誤判風險較高</a:t>
            </a:r>
            <a:endParaRPr lang="en-US" altLang="zh-CN" sz="1600" dirty="0">
              <a:latin typeface="Times New Roman" panose="02020603050405020304" pitchFamily="18" charset="0"/>
              <a:ea typeface="標楷體" panose="03000509000000000000" pitchFamily="65" charset="-120"/>
              <a:sym typeface="+mn-ea"/>
            </a:endParaRPr>
          </a:p>
          <a:p>
            <a:pPr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改善方向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1800" indent="-285750">
              <a:lnSpc>
                <a:spcPct val="15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優化玻璃乘坐結構，避免密封圈貼外壁</a:t>
            </a:r>
            <a:endParaRPr lang="en-US" altLang="zh-CN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31800" indent="-285750">
              <a:lnSpc>
                <a:spcPct val="15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增加毛邊，破損樣品數量，驗證</a:t>
            </a:r>
            <a:r>
              <a:rPr lang="en-US" altLang="zh-CN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AI</a:t>
            </a:r>
            <a:r>
              <a:rPr lang="zh-CN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穩定性</a:t>
            </a:r>
            <a:endParaRPr lang="en-US" altLang="zh-CN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1330</Words>
  <Application>WPS 演示</Application>
  <PresentationFormat>如螢幕大小 (4:3)</PresentationFormat>
  <Paragraphs>142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24" baseType="lpstr">
      <vt:lpstr>Arial</vt:lpstr>
      <vt:lpstr>宋体</vt:lpstr>
      <vt:lpstr>Wingdings</vt:lpstr>
      <vt:lpstr>PMingLiU</vt:lpstr>
      <vt:lpstr>PMingLiU-ExtB</vt:lpstr>
      <vt:lpstr>Times New Roman</vt:lpstr>
      <vt:lpstr>標楷體</vt:lpstr>
      <vt:lpstr>Calibri</vt:lpstr>
      <vt:lpstr>微软雅黑</vt:lpstr>
      <vt:lpstr>Arial Unicode MS</vt:lpstr>
      <vt:lpstr>KSOF9D946B9B</vt:lpstr>
      <vt:lpstr>CaskaydiaCove NFM</vt:lpstr>
      <vt:lpstr>KSOF9D93F73C</vt:lpstr>
      <vt:lpstr>PMingLiU</vt:lpstr>
      <vt:lpstr>Wingdings</vt:lpstr>
      <vt:lpstr>標楷體</vt:lpstr>
      <vt:lpstr>預設簡報設計</vt:lpstr>
      <vt:lpstr>1_預設簡報設計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CMT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justinlin</dc:creator>
  <cp:lastModifiedBy>阿卖啊</cp:lastModifiedBy>
  <cp:revision>1349</cp:revision>
  <dcterms:created xsi:type="dcterms:W3CDTF">2014-04-01T01:18:00Z</dcterms:created>
  <dcterms:modified xsi:type="dcterms:W3CDTF">2026-07-24T03:21:23Z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000800f4110000000000010261100207f7000400038000</vt:lpwstr>
  </property>
  <property fmtid="{D5CDD505-2E9C-101B-9397-08002B2CF9AE}" pid="3" name="KSOProductBuildVer">
    <vt:lpwstr>2052-12.1.0.26895</vt:lpwstr>
  </property>
  <property fmtid="{D5CDD505-2E9C-101B-9397-08002B2CF9AE}" pid="4" name="MSIP_Label_0190361f-d7d8-42be-944f-5502bb5e2911_Enabled">
    <vt:lpwstr>true</vt:lpwstr>
  </property>
  <property fmtid="{D5CDD505-2E9C-101B-9397-08002B2CF9AE}" pid="5" name="MSIP_Label_0190361f-d7d8-42be-944f-5502bb5e2911_SetDate">
    <vt:lpwstr>2025-04-14T10:15:32Z</vt:lpwstr>
  </property>
  <property fmtid="{D5CDD505-2E9C-101B-9397-08002B2CF9AE}" pid="6" name="MSIP_Label_0190361f-d7d8-42be-944f-5502bb5e2911_Method">
    <vt:lpwstr>Standard</vt:lpwstr>
  </property>
  <property fmtid="{D5CDD505-2E9C-101B-9397-08002B2CF9AE}" pid="7" name="MSIP_Label_0190361f-d7d8-42be-944f-5502bb5e2911_Name">
    <vt:lpwstr>一般</vt:lpwstr>
  </property>
  <property fmtid="{D5CDD505-2E9C-101B-9397-08002B2CF9AE}" pid="8" name="MSIP_Label_0190361f-d7d8-42be-944f-5502bb5e2911_SiteId">
    <vt:lpwstr>cdb587e9-824c-41b5-b47f-5af9864b075b</vt:lpwstr>
  </property>
  <property fmtid="{D5CDD505-2E9C-101B-9397-08002B2CF9AE}" pid="9" name="MSIP_Label_0190361f-d7d8-42be-944f-5502bb5e2911_ActionId">
    <vt:lpwstr>21070d20-e026-4873-8af2-fb40f8d4fe5e</vt:lpwstr>
  </property>
  <property fmtid="{D5CDD505-2E9C-101B-9397-08002B2CF9AE}" pid="10" name="MSIP_Label_0190361f-d7d8-42be-944f-5502bb5e2911_ContentBits">
    <vt:lpwstr>0</vt:lpwstr>
  </property>
  <property fmtid="{D5CDD505-2E9C-101B-9397-08002B2CF9AE}" pid="11" name="MSIP_Label_0190361f-d7d8-42be-944f-5502bb5e2911_Tag">
    <vt:lpwstr>10, 3, 0, 1</vt:lpwstr>
  </property>
  <property fmtid="{D5CDD505-2E9C-101B-9397-08002B2CF9AE}" pid="12" name="ICV">
    <vt:lpwstr>7F70B7F3AF4245A185A5A8654870F09C_13</vt:lpwstr>
  </property>
</Properties>
</file>